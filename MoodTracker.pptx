
<file path=[Content_Types].xml><?xml version="1.0" encoding="utf-8"?>
<Types xmlns="http://schemas.openxmlformats.org/package/2006/content-types">
  <Default Extension="fntdata" ContentType="application/x-fontdata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Montserrat Light" panose="00000400000000000000" pitchFamily="2" charset="0"/>
      <p:regular r:id="rId10"/>
    </p:embeddedFont>
    <p:embeddedFont>
      <p:font typeface="Source Sans 3" panose="020B0604020202020204" charset="0"/>
      <p:regular r:id="rId1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53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8.png"/><Relationship Id="rId12" Type="http://schemas.openxmlformats.org/officeDocument/2006/relationships/image" Target="../media/image4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sv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8.m4a"/><Relationship Id="rId7" Type="http://schemas.openxmlformats.org/officeDocument/2006/relationships/image" Target="../media/image12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8.xml"/><Relationship Id="rId4" Type="http://schemas.openxmlformats.org/officeDocument/2006/relationships/audio" Target="../media/media8.m4a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50198" y="320885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MoodTracker MVP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50198" y="4280297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completo de monitoramento de humor com backend robusto, aplicativo mobile nativo e integração IoT inteligente</a:t>
            </a:r>
            <a:endParaRPr lang="en-US" sz="19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D792D28-5446-1005-A5F5-A8E5E9581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44092"/>
            <a:ext cx="5293461" cy="8273692"/>
          </a:xfrm>
          <a:prstGeom prst="rect">
            <a:avLst/>
          </a:prstGeom>
        </p:spPr>
      </p:pic>
      <p:pic>
        <p:nvPicPr>
          <p:cNvPr id="1026" name="Picture 2" descr="111213 hex color">
            <a:extLst>
              <a:ext uri="{FF2B5EF4-FFF2-40B4-BE49-F238E27FC236}">
                <a16:creationId xmlns:a16="http://schemas.microsoft.com/office/drawing/2014/main" id="{C048693A-0837-A3B8-3D86-61A65681A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Áudio 1037">
            <a:hlinkClick r:id="" action="ppaction://media"/>
            <a:extLst>
              <a:ext uri="{FF2B5EF4-FFF2-40B4-BE49-F238E27FC236}">
                <a16:creationId xmlns:a16="http://schemas.microsoft.com/office/drawing/2014/main" id="{BA945490-6229-EC91-C328-67388D194E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88"/>
    </mc:Choice>
    <mc:Fallback>
      <p:transition spd="slow" advTm="130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3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39253"/>
            <a:ext cx="6484144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Visão Geral do Projeto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957513"/>
            <a:ext cx="356913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que é o MoodTracker?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3798" y="3554968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MVP completo que demonstra integração full-stack moderna, combinando backend escalável em Node.js com TypeScript, aplicativo mobile em React Native e simulação de dispositivos IoT.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257681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sistema permite registro e análise de estados emocionais com autenticação segura, persistência local e sincronização em tempo real.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957513"/>
            <a:ext cx="326778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Tecnologias principais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23929" y="3554968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Backend: Node.js + TypeScript + Express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011454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Mobile: React Native + Expo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467939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Banco: SQLite com TypeORM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4924425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Segurança: JWT + bcrypt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380911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Testes: Jest + Supertest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23929" y="5837396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IoT: Simulação com eventos</a:t>
            </a:r>
            <a:endParaRPr lang="en-US" sz="1900" dirty="0"/>
          </a:p>
        </p:txBody>
      </p:sp>
      <p:pic>
        <p:nvPicPr>
          <p:cNvPr id="20" name="Picture 2" descr="111213 hex color">
            <a:extLst>
              <a:ext uri="{FF2B5EF4-FFF2-40B4-BE49-F238E27FC236}">
                <a16:creationId xmlns:a16="http://schemas.microsoft.com/office/drawing/2014/main" id="{F107186D-D09C-D963-AA65-91877E70C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Áudio 35">
            <a:hlinkClick r:id="" action="ppaction://media"/>
            <a:extLst>
              <a:ext uri="{FF2B5EF4-FFF2-40B4-BE49-F238E27FC236}">
                <a16:creationId xmlns:a16="http://schemas.microsoft.com/office/drawing/2014/main" id="{7A82B701-034F-02EF-F3DD-575CF8735E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211"/>
    </mc:Choice>
    <mc:Fallback>
      <p:transition spd="slow" advTm="562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227" y="686514"/>
            <a:ext cx="5620226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Arquitetura do Sistema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99227" y="1570553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99227" y="1893808"/>
            <a:ext cx="7718346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199227" y="2041327"/>
            <a:ext cx="311658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Camada de Apresentação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99227" y="2452807"/>
            <a:ext cx="77183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mobile em React Native com navegação fluida e componentes reutilizáveis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9227" y="3114556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99227" y="3437811"/>
            <a:ext cx="7718346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6199227" y="3585329"/>
            <a:ext cx="231433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REST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99227" y="3996809"/>
            <a:ext cx="77183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 Node.js com endpoints seguros, validação de dados e tratamento de erros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99227" y="4658558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9227" y="4981813"/>
            <a:ext cx="7718346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199227" y="5129332"/>
            <a:ext cx="231433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Camada de Dados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99227" y="5540812"/>
            <a:ext cx="77183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SQLite com TypeORM para persistência, relacionamentos e migrações automáticas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99227" y="6202561"/>
            <a:ext cx="20359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9227" y="6525816"/>
            <a:ext cx="7718346" cy="228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199227" y="6673334"/>
            <a:ext cx="231433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Integração IoT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99227" y="7084814"/>
            <a:ext cx="771834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Simulador de dispositivos para captura automática de dados biométricos</a:t>
            </a:r>
            <a:endParaRPr lang="en-US" sz="1600" dirty="0"/>
          </a:p>
        </p:txBody>
      </p:sp>
      <p:pic>
        <p:nvPicPr>
          <p:cNvPr id="24" name="Picture 2" descr="111213 hex color">
            <a:extLst>
              <a:ext uri="{FF2B5EF4-FFF2-40B4-BE49-F238E27FC236}">
                <a16:creationId xmlns:a16="http://schemas.microsoft.com/office/drawing/2014/main" id="{9E66DBF8-D08F-6399-BC91-4824915D0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Áudio 31">
            <a:hlinkClick r:id="" action="ppaction://media"/>
            <a:extLst>
              <a:ext uri="{FF2B5EF4-FFF2-40B4-BE49-F238E27FC236}">
                <a16:creationId xmlns:a16="http://schemas.microsoft.com/office/drawing/2014/main" id="{68E77C37-1B31-15C5-0503-4FAEDBBED73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637"/>
    </mc:Choice>
    <mc:Fallback>
      <p:transition spd="slow" advTm="306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986" y="778907"/>
            <a:ext cx="6704886" cy="52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Banco de Dados e Modelagem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6986" y="1789271"/>
            <a:ext cx="7821454" cy="1694617"/>
          </a:xfrm>
          <a:prstGeom prst="roundRect">
            <a:avLst>
              <a:gd name="adj" fmla="val 163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69846" y="1812131"/>
            <a:ext cx="7775734" cy="554593"/>
          </a:xfrm>
          <a:prstGeom prst="roundRect">
            <a:avLst>
              <a:gd name="adj" fmla="val 54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9005" y="1950720"/>
            <a:ext cx="277297" cy="2772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631" y="2551509"/>
            <a:ext cx="210085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Usuários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4631" y="2998946"/>
            <a:ext cx="740616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Credenciais seguras com hash bcrypt, timestamps de criação e tokens JWT para sessões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6986" y="3668673"/>
            <a:ext cx="7821454" cy="1694617"/>
          </a:xfrm>
          <a:prstGeom prst="roundRect">
            <a:avLst>
              <a:gd name="adj" fmla="val 163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669846" y="3691533"/>
            <a:ext cx="7775734" cy="554593"/>
          </a:xfrm>
          <a:prstGeom prst="roundRect">
            <a:avLst>
              <a:gd name="adj" fmla="val 54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19005" y="3830122"/>
            <a:ext cx="277297" cy="2772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4631" y="4430911"/>
            <a:ext cx="2197775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Registros de Humor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54631" y="4878348"/>
            <a:ext cx="740616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Escala numérica (1-10), notas textuais, timestamp preciso e relacionamento com usuário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6986" y="5548074"/>
            <a:ext cx="7821454" cy="1694617"/>
          </a:xfrm>
          <a:prstGeom prst="roundRect">
            <a:avLst>
              <a:gd name="adj" fmla="val 1636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669846" y="5570934"/>
            <a:ext cx="7775734" cy="554593"/>
          </a:xfrm>
          <a:prstGeom prst="roundRect">
            <a:avLst>
              <a:gd name="adj" fmla="val 54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19005" y="5709523"/>
            <a:ext cx="277297" cy="2772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631" y="6310313"/>
            <a:ext cx="210085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Dados IoT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54631" y="6757749"/>
            <a:ext cx="7406164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Frequência cardíaca, temperatura corporal, níveis de atividade e ID do dispositivo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927068" y="1766173"/>
            <a:ext cx="2100858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Relacionamentos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927068" y="2213610"/>
            <a:ext cx="5063966" cy="554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 relacional com chaves estrangeiras garantindo integridade referencial: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927068" y="2934533"/>
            <a:ext cx="506396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→ Mood (1:N)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927068" y="3276481"/>
            <a:ext cx="506396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→ IoTData (1:N)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927068" y="3618428"/>
            <a:ext cx="506396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Cascata em deleções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927068" y="3960376"/>
            <a:ext cx="506396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Índices otimizados</a:t>
            </a:r>
            <a:endParaRPr lang="en-US" sz="1450" dirty="0"/>
          </a:p>
        </p:txBody>
      </p:sp>
      <p:pic>
        <p:nvPicPr>
          <p:cNvPr id="30" name="Picture 2" descr="111213 hex color">
            <a:extLst>
              <a:ext uri="{FF2B5EF4-FFF2-40B4-BE49-F238E27FC236}">
                <a16:creationId xmlns:a16="http://schemas.microsoft.com/office/drawing/2014/main" id="{7D7BC7B8-535C-2D7E-CF12-C91AE00EA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Áudio 37">
            <a:hlinkClick r:id="" action="ppaction://media"/>
            <a:extLst>
              <a:ext uri="{FF2B5EF4-FFF2-40B4-BE49-F238E27FC236}">
                <a16:creationId xmlns:a16="http://schemas.microsoft.com/office/drawing/2014/main" id="{91C92373-96E5-4069-172E-2EF0FF6016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674"/>
    </mc:Choice>
    <mc:Fallback>
      <p:transition spd="slow" advTm="316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37429"/>
            <a:ext cx="6723578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Endpoints da API REST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798" y="2532340"/>
            <a:ext cx="4136350" cy="3711892"/>
          </a:xfrm>
          <a:prstGeom prst="roundRect">
            <a:avLst>
              <a:gd name="adj" fmla="val 99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110615" y="277915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Autenticação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10615" y="3277791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 /auth/register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Cadastro de novos usuários com validação de email único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0615" y="4536281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 /auth/login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Autenticação e geração de token JWT válido por 24h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246965" y="2532340"/>
            <a:ext cx="4136350" cy="3711892"/>
          </a:xfrm>
          <a:prstGeom prst="roundRect">
            <a:avLst>
              <a:gd name="adj" fmla="val 99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93782" y="2779157"/>
            <a:ext cx="3642717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Gerenciamento de Humor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93782" y="3628430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 /mood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Registrar novo estado emocional com validação de escala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93782" y="4886920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GET /mood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Listar histórico completo com filtros por data e ordenação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630132" y="2532340"/>
            <a:ext cx="4136350" cy="3711892"/>
          </a:xfrm>
          <a:prstGeom prst="roundRect">
            <a:avLst>
              <a:gd name="adj" fmla="val 99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876949" y="277915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Dados IoT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6949" y="3277791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 /iot/data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Receber leituras de sensores com validação de ranges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76949" y="4536281"/>
            <a:ext cx="3642717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GET /iot/devices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Listar dispositivos conectados e último status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3798" y="6521887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Todos os endpoints protegidos retornam status HTTP apropriados e mensagens de erro estruturadas em JSON</a:t>
            </a:r>
            <a:endParaRPr lang="en-US" sz="1900" dirty="0"/>
          </a:p>
        </p:txBody>
      </p:sp>
      <p:pic>
        <p:nvPicPr>
          <p:cNvPr id="23" name="Picture 2" descr="111213 hex color">
            <a:extLst>
              <a:ext uri="{FF2B5EF4-FFF2-40B4-BE49-F238E27FC236}">
                <a16:creationId xmlns:a16="http://schemas.microsoft.com/office/drawing/2014/main" id="{7CB00336-4FF0-940E-CA08-6900D11B6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Áudio 26">
            <a:hlinkClick r:id="" action="ppaction://media"/>
            <a:extLst>
              <a:ext uri="{FF2B5EF4-FFF2-40B4-BE49-F238E27FC236}">
                <a16:creationId xmlns:a16="http://schemas.microsoft.com/office/drawing/2014/main" id="{4C3C38C0-F511-2576-EAEE-33B2FA7BF8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467"/>
    </mc:Choice>
    <mc:Fallback>
      <p:transition spd="slow" advTm="244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614017"/>
            <a:ext cx="564832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Segurança e Testes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3413998"/>
            <a:ext cx="344995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Camadas de Segurança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3798" y="4258151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233964" y="4134803"/>
            <a:ext cx="3725108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Autenticação JWT: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Tokens assinados com chave secreta, expiração configurável e refresh automático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67563" y="4258151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637728" y="4134803"/>
            <a:ext cx="3725108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Hash de Senhas: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bcrypt com salt rounds = 10, proteção contra rainbow tables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671328" y="4258151"/>
            <a:ext cx="123349" cy="123349"/>
          </a:xfrm>
          <a:prstGeom prst="roundRect">
            <a:avLst>
              <a:gd name="adj" fmla="val 37065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041493" y="4134803"/>
            <a:ext cx="3725108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Validação: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Sanitização de inputs, rate limiting e proteção CORS</a:t>
            </a:r>
            <a:endParaRPr lang="en-US" sz="1900" dirty="0"/>
          </a:p>
        </p:txBody>
      </p:sp>
      <p:pic>
        <p:nvPicPr>
          <p:cNvPr id="22" name="Picture 2" descr="111213 hex color">
            <a:extLst>
              <a:ext uri="{FF2B5EF4-FFF2-40B4-BE49-F238E27FC236}">
                <a16:creationId xmlns:a16="http://schemas.microsoft.com/office/drawing/2014/main" id="{03533D45-8A4D-FE93-033E-7033F3F48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Áudio 24">
            <a:hlinkClick r:id="" action="ppaction://media"/>
            <a:extLst>
              <a:ext uri="{FF2B5EF4-FFF2-40B4-BE49-F238E27FC236}">
                <a16:creationId xmlns:a16="http://schemas.microsoft.com/office/drawing/2014/main" id="{16828C3D-FB47-798F-186F-92DF6F4A59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865"/>
    </mc:Choice>
    <mc:Fallback>
      <p:transition spd="slow" advTm="298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403979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416356" y="1066488"/>
            <a:ext cx="4902741" cy="304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Conclusão: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MoodTracker demonstra arquitetura moderna full-stack com padrões de qualidade enterprise, pronto para escalar e evoluir com novas features</a:t>
            </a:r>
            <a:endParaRPr lang="en-US" sz="1900" dirty="0"/>
          </a:p>
        </p:txBody>
      </p:sp>
      <p:pic>
        <p:nvPicPr>
          <p:cNvPr id="4" name="WhatsApp Video 2025-11-22 at 19.17.14">
            <a:hlinkClick r:id="" action="ppaction://media"/>
            <a:extLst>
              <a:ext uri="{FF2B5EF4-FFF2-40B4-BE49-F238E27FC236}">
                <a16:creationId xmlns:a16="http://schemas.microsoft.com/office/drawing/2014/main" id="{2218E999-F87E-23A1-7A07-8363C0F134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33854" y="1105257"/>
            <a:ext cx="2947481" cy="6386209"/>
          </a:xfrm>
          <a:prstGeom prst="rect">
            <a:avLst/>
          </a:prstGeom>
        </p:spPr>
      </p:pic>
      <p:pic>
        <p:nvPicPr>
          <p:cNvPr id="9" name="Picture 2" descr="111213 hex color">
            <a:extLst>
              <a:ext uri="{FF2B5EF4-FFF2-40B4-BE49-F238E27FC236}">
                <a16:creationId xmlns:a16="http://schemas.microsoft.com/office/drawing/2014/main" id="{94952097-94DD-C589-7E7B-FAC22177E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489" y="7704305"/>
            <a:ext cx="1755235" cy="46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Áudio 26">
            <a:hlinkClick r:id="" action="ppaction://media"/>
            <a:extLst>
              <a:ext uri="{FF2B5EF4-FFF2-40B4-BE49-F238E27FC236}">
                <a16:creationId xmlns:a16="http://schemas.microsoft.com/office/drawing/2014/main" id="{6ACABCE2-4214-91CD-7E1D-7D44E881DA5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rcRect l="-152500" t="-152500" r="-152500" b="-152500"/>
          <a:stretch>
            <a:fillRect/>
          </a:stretch>
        </p:blipFill>
        <p:spPr>
          <a:xfrm>
            <a:off x="12062765" y="5661965"/>
            <a:ext cx="2468880" cy="246888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641"/>
    </mc:Choice>
    <mc:Fallback>
      <p:transition spd="slow" advTm="956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4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022" objId="4"/>
        <p14:triggerEvt type="onClick" time="2022" objId="4"/>
        <p14:stopEvt time="93527" objId="4"/>
      </p14:showEvtLst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432</Words>
  <Application>Microsoft Office PowerPoint</Application>
  <PresentationFormat>Personalizar</PresentationFormat>
  <Paragraphs>64</Paragraphs>
  <Slides>7</Slides>
  <Notes>7</Notes>
  <HiddenSlides>0</HiddenSlides>
  <MMClips>8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Source Sans 3</vt:lpstr>
      <vt:lpstr>Montserrat Bold</vt:lpstr>
      <vt:lpstr>Montserrat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Lucas</dc:creator>
  <cp:lastModifiedBy>Lucas Magalhães</cp:lastModifiedBy>
  <cp:revision>5</cp:revision>
  <dcterms:created xsi:type="dcterms:W3CDTF">2025-11-23T22:09:52Z</dcterms:created>
  <dcterms:modified xsi:type="dcterms:W3CDTF">2025-11-23T22:56:55Z</dcterms:modified>
</cp:coreProperties>
</file>